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Regional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alibri"/>
              </a:defRPr>
            </a:pPr>
            <a:r>
              <a:t>Net Profit by Region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Net Profit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alibri"/>
              </a:defRPr>
            </a:pPr>
            <a:r>
              <a:t>region: APAC | net_profit: 120000</a:t>
            </a:r>
          </a:p>
          <a:p>
            <a:pPr>
              <a:defRPr sz="1800">
                <a:latin typeface="Calibri"/>
              </a:defRPr>
            </a:pPr>
            <a:r>
              <a:t>region: EMEA | net_profit: 95000</a:t>
            </a:r>
          </a:p>
          <a:p>
            <a:pPr>
              <a:defRPr sz="1800">
                <a:latin typeface="Calibri"/>
              </a:defRPr>
            </a:pPr>
            <a:r>
              <a:t>region: NA | net_profit: 88000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Regional Net Profit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alibri"/>
              </a:defRPr>
            </a:pPr>
            <a:r>
              <a:t>{'headers': ['Region', 'Net Profit'], 'rows': [['APAC', 120000], ['EMEA', 95000], ['NA', 88000]]}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