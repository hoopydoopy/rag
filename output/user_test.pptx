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Q4 New Release Performance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alibri"/>
              </a:defRPr>
            </a:pPr>
            <a:r>
              <a:t>Analysis of average watch hours for new content released in Q4. This report assesses the initial engagement with recently published material.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Q4 New Content - Average Watch Hours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alibri"/>
              </a:defRPr>
            </a:pPr>
            <a:r>
              <a:t>{'headers': ['Content Title', 'Average Watch Hours'], 'rows': []}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Q4 New Release Performance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alibri"/>
              </a:defRPr>
            </a:pPr>
            <a:r>
              <a:t>Overall, new content released in Q4 demonstrated varied performance in terms of average watch hours. Further investigation is needed to understand the drivers behind high and low performing releases.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